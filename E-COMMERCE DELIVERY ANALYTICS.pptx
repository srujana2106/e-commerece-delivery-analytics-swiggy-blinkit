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pala Sumana" userId="799ea9a47c2500cf" providerId="LiveId" clId="{8A69A1AE-98A4-457D-9FA7-6D8A874130B8}"/>
    <pc:docChg chg="modSld sldOrd">
      <pc:chgData name="Uppala Sumana" userId="799ea9a47c2500cf" providerId="LiveId" clId="{8A69A1AE-98A4-457D-9FA7-6D8A874130B8}" dt="2026-03-23T06:38:10.920" v="11" actId="20577"/>
      <pc:docMkLst>
        <pc:docMk/>
      </pc:docMkLst>
      <pc:sldChg chg="ord">
        <pc:chgData name="Uppala Sumana" userId="799ea9a47c2500cf" providerId="LiveId" clId="{8A69A1AE-98A4-457D-9FA7-6D8A874130B8}" dt="2026-03-23T06:37:52.300" v="9"/>
        <pc:sldMkLst>
          <pc:docMk/>
          <pc:sldMk cId="862043675" sldId="257"/>
        </pc:sldMkLst>
      </pc:sldChg>
      <pc:sldChg chg="modSp mod ord">
        <pc:chgData name="Uppala Sumana" userId="799ea9a47c2500cf" providerId="LiveId" clId="{8A69A1AE-98A4-457D-9FA7-6D8A874130B8}" dt="2026-03-23T06:38:10.920" v="11" actId="20577"/>
        <pc:sldMkLst>
          <pc:docMk/>
          <pc:sldMk cId="2411167438" sldId="258"/>
        </pc:sldMkLst>
        <pc:spChg chg="mod">
          <ac:chgData name="Uppala Sumana" userId="799ea9a47c2500cf" providerId="LiveId" clId="{8A69A1AE-98A4-457D-9FA7-6D8A874130B8}" dt="2026-03-23T06:38:10.920" v="11" actId="20577"/>
          <ac:spMkLst>
            <pc:docMk/>
            <pc:sldMk cId="2411167438" sldId="258"/>
            <ac:spMk id="3" creationId="{D4AF6FC8-9D85-9DA1-4B98-5074F8861D39}"/>
          </ac:spMkLst>
        </pc:spChg>
      </pc:sldChg>
      <pc:sldChg chg="modSp mod">
        <pc:chgData name="Uppala Sumana" userId="799ea9a47c2500cf" providerId="LiveId" clId="{8A69A1AE-98A4-457D-9FA7-6D8A874130B8}" dt="2026-03-23T06:05:33.895" v="5" actId="12"/>
        <pc:sldMkLst>
          <pc:docMk/>
          <pc:sldMk cId="2832739316" sldId="260"/>
        </pc:sldMkLst>
        <pc:spChg chg="mod">
          <ac:chgData name="Uppala Sumana" userId="799ea9a47c2500cf" providerId="LiveId" clId="{8A69A1AE-98A4-457D-9FA7-6D8A874130B8}" dt="2026-03-23T06:05:33.895" v="5" actId="12"/>
          <ac:spMkLst>
            <pc:docMk/>
            <pc:sldMk cId="2832739316" sldId="260"/>
            <ac:spMk id="3" creationId="{5F20C286-17D6-EC25-F1D4-5A4E13DC00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4B0D2A-1C7C-5097-C511-3CBD64C84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365504"/>
            <a:ext cx="9156192" cy="1182624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DELIVERY ANALYTICS:</a:t>
            </a:r>
            <a:b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SWIGGY &amp; BLINKIT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DD7D93-5F83-7213-6A12-BBB7DA592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71" y="4050833"/>
            <a:ext cx="3287731" cy="1096899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UPPALA SRUJANA</a:t>
            </a:r>
          </a:p>
        </p:txBody>
      </p:sp>
    </p:spTree>
    <p:extLst>
      <p:ext uri="{BB962C8B-B14F-4D97-AF65-F5344CB8AC3E}">
        <p14:creationId xmlns:p14="http://schemas.microsoft.com/office/powerpoint/2010/main" val="53702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4B15-3510-9771-FA19-B471443D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36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6FC8-9D85-9DA1-4B98-5074F8861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1809"/>
            <a:ext cx="8596668" cy="3401567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delivery platforms generate large amounts of order data that is difficult to analyze manually.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 insights about orders, revenue, delivery time, and customer satisfaction.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challenging to identify delivery delays and refund patterns without proper visualization.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performance between Swiggy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structured analysis.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dashboard was created using Microsoft Power BI to convert raw data into meaningful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16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0E21-2FC3-138D-4348-614A7E08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782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95C7-5AB5-5400-FDCB-F1B81845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7425"/>
            <a:ext cx="8596668" cy="4553938"/>
          </a:xfrm>
        </p:spPr>
        <p:txBody>
          <a:bodyPr/>
          <a:lstStyle/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total orders and revenue generated.</a:t>
            </a:r>
          </a:p>
          <a:p>
            <a:pPr marL="4000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delivery time performance.</a:t>
            </a:r>
          </a:p>
          <a:p>
            <a:pPr marL="4000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ratings and feedback.</a:t>
            </a:r>
          </a:p>
          <a:p>
            <a:pPr marL="4000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popular product categories and order trends.</a:t>
            </a:r>
          </a:p>
          <a:p>
            <a:pPr marL="4000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of Swiggy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Microsoft Power BI.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04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B360-DADB-55A5-8CDF-F39144D7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96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0C286-17D6-EC25-F1D4-5A4E13DC0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8657"/>
            <a:ext cx="8596668" cy="362102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analyzes delivery and order performance of food delivery platforms.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was created using Microsoft Power BI Desktop to identify trends in orders, revenue, delivery efficiency, and customer satisfaction.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73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DE06-DBA6-0E54-3F94-FB807357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494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36E6-8D2C-88BC-0E56-58FBC38AD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4545"/>
            <a:ext cx="8596668" cy="5340095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  <a:buSzPct val="12000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comprehensive analysis of ecommerce delivery performance for Swiggy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key metrics such as total orders, total revenue, average delivery time, and customer ratings. 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also analyzes order distribution by platform, product category, refund requests, and order trends over time.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45C4B-CD4C-BB3B-211B-88A57DADE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92" y="1195819"/>
            <a:ext cx="5329636" cy="26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15EA-2D76-0CB9-751B-9AEE41D9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467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52B7AF-7942-3B66-AC0D-2B0E9CA4C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5216" y="1744397"/>
            <a:ext cx="788822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Orders: 67K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40M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Time: 29.49 Minutes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Rating: 3.24 </a:t>
            </a:r>
          </a:p>
        </p:txBody>
      </p:sp>
    </p:spTree>
    <p:extLst>
      <p:ext uri="{BB962C8B-B14F-4D97-AF65-F5344CB8AC3E}">
        <p14:creationId xmlns:p14="http://schemas.microsoft.com/office/powerpoint/2010/main" val="332201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1CC1-E85E-EABE-FCE7-D6A22815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4642-3F47-57BA-9EF9-08FAF4D1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Visuals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display key metrics like total orders, revenue, delivery time, and ratings. 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Chart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compare orders between Swiggy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analyze refund requests. 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show order distribution by product category. 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analyze order trends over time. 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(Filters)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filter data by Order ID, Platform, and Product Category.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27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CBD2-7A8B-8113-022A-764C6CAE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29BC6-9CDE-1841-1CBB-120F74DC36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336" y="994425"/>
            <a:ext cx="73273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reached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indicating strong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delivery time is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29 minutes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 rating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3.24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moderate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product categories contribute more to total orders.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Refund requests are relatively lower compared to successful orders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2053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699D-7E4C-EE69-8E58-12CCB257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5FDFE-01A8-8C4E-D4CE-D53EFF24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insights into order trends, delivery efficiency, and customer satisfaction.</a:t>
            </a:r>
          </a:p>
          <a:p>
            <a:pPr>
              <a:buClr>
                <a:schemeClr val="tx1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improve operations and enhance customer experience.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52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6360BA-5FE3-45DA-E32D-46036099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31136"/>
            <a:ext cx="8596668" cy="203606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270A4-BE7D-4C1D-F56A-F9D5E16CE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13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604</TotalTime>
  <Words>417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E-COMMERCE DELIVERY ANALYTICS: SWIGGY &amp; BLINKIT</vt:lpstr>
      <vt:lpstr>PROBLEM STATEMENT</vt:lpstr>
      <vt:lpstr>OBJECTIVE</vt:lpstr>
      <vt:lpstr>OVERVIEW</vt:lpstr>
      <vt:lpstr>DASHBOARD OVERVIEW</vt:lpstr>
      <vt:lpstr>KEY METRICS</vt:lpstr>
      <vt:lpstr>VISUALIZATIONS USED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Uppala Sumana</dc:creator>
  <cp:lastModifiedBy>Uppala Sumana</cp:lastModifiedBy>
  <cp:revision>2</cp:revision>
  <dcterms:created xsi:type="dcterms:W3CDTF">2026-03-21T06:08:37Z</dcterms:created>
  <dcterms:modified xsi:type="dcterms:W3CDTF">2026-03-23T08:56:47Z</dcterms:modified>
</cp:coreProperties>
</file>